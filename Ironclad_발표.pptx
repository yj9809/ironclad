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097280"/>
            <a:ext cx="9144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IRONCLAD</a:t>
            </a:r>
            <a:endParaRPr lang="en-US" sz="6400" dirty="0"/>
          </a:p>
        </p:txBody>
      </p:sp>
      <p:sp>
        <p:nvSpPr>
          <p:cNvPr id="3" name="Text 1"/>
          <p:cNvSpPr/>
          <p:nvPr/>
        </p:nvSpPr>
        <p:spPr>
          <a:xfrm>
            <a:off x="0" y="25603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UE5 Blueprint Action Game Prototype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462272"/>
            <a:ext cx="9144000" cy="68122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0" y="4462272"/>
            <a:ext cx="9144000" cy="6812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개발기간: 2주 (2026.03.24 ~ 04.07)  |  1인 솔로  |  Unreal Engine 5  |  Blueprint Only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프로젝트 개요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77240"/>
            <a:ext cx="8412480" cy="0"/>
          </a:xfrm>
          <a:prstGeom prst="line">
            <a:avLst/>
          </a:prstGeom>
          <a:noFill/>
          <a:ln w="9525">
            <a:solidFill>
              <a:srgbClr val="C9A84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14400"/>
            <a:ext cx="4023360" cy="1920240"/>
          </a:xfrm>
          <a:prstGeom prst="rect">
            <a:avLst/>
          </a:prstGeom>
          <a:solidFill>
            <a:srgbClr val="16213E"/>
          </a:solidFill>
          <a:ln w="6350">
            <a:solidFill>
              <a:srgbClr val="22224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14400"/>
            <a:ext cx="45720" cy="192024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84632" y="1078992"/>
            <a:ext cx="3840480" cy="1591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게임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중갑 기사가 다크판타지 석조 폐허를 혼자 돌파하는 1인 솔로 액션 게임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53712" y="914400"/>
            <a:ext cx="4023360" cy="1920240"/>
          </a:xfrm>
          <a:prstGeom prst="rect">
            <a:avLst/>
          </a:prstGeom>
          <a:solidFill>
            <a:srgbClr val="16213E"/>
          </a:solidFill>
          <a:ln w="6350">
            <a:solidFill>
              <a:srgbClr val="22224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53712" y="914400"/>
            <a:ext cx="45720" cy="192024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72584" y="1078992"/>
            <a:ext cx="3840480" cy="1591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목표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히트스톱 · 히트 판정 · 콤보 시스템을 블루프린트로 직접 구현해 전투감 있는 프로토타입 완성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65760" y="2999232"/>
            <a:ext cx="4023360" cy="1920240"/>
          </a:xfrm>
          <a:prstGeom prst="rect">
            <a:avLst/>
          </a:prstGeom>
          <a:solidFill>
            <a:srgbClr val="16213E"/>
          </a:solidFill>
          <a:ln w="6350">
            <a:solidFill>
              <a:srgbClr val="22224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2999232"/>
            <a:ext cx="45720" cy="192024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" y="3163824"/>
            <a:ext cx="3840480" cy="1591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장르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액션 (DMC / 스텔라 블레이드 스타일)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53712" y="2999232"/>
            <a:ext cx="4023360" cy="1920240"/>
          </a:xfrm>
          <a:prstGeom prst="rect">
            <a:avLst/>
          </a:prstGeom>
          <a:solidFill>
            <a:srgbClr val="16213E"/>
          </a:solidFill>
          <a:ln w="6350">
            <a:solidFill>
              <a:srgbClr val="22224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53712" y="2999232"/>
            <a:ext cx="45720" cy="192024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72584" y="3163824"/>
            <a:ext cx="3840480" cy="1591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에셋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 무료 에셋 적극 활용 / 14일 개발 기간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핵심 기능 1 — 히트스톱 시스템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77240"/>
            <a:ext cx="8412480" cy="0"/>
          </a:xfrm>
          <a:prstGeom prst="line">
            <a:avLst/>
          </a:prstGeom>
          <a:noFill/>
          <a:ln w="9525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6012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왜 핵심인가?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1362456"/>
            <a:ext cx="3931920" cy="914400"/>
          </a:xfrm>
          <a:prstGeom prst="rect">
            <a:avLst/>
          </a:prstGeom>
          <a:solidFill>
            <a:srgbClr val="16213E"/>
          </a:solidFill>
          <a:ln w="19050">
            <a:solidFill>
              <a:srgbClr val="C9A84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93776" y="1417320"/>
            <a:ext cx="367588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"타격감은 애니메이션이 아니라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0.05~0.1초 슬로우에서 온다"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2377440"/>
            <a:ext cx="39319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공격이 적중하는 순간 시간이 잠깐 멈추는 느낌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임팩트 극대화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26280" y="960120"/>
            <a:ext cx="0" cy="3200400"/>
          </a:xfrm>
          <a:prstGeom prst="line">
            <a:avLst/>
          </a:prstGeom>
          <a:noFill/>
          <a:ln w="6350">
            <a:solidFill>
              <a:srgbClr val="C9A84C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4754880" y="96012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구현 방법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754880" y="1399032"/>
            <a:ext cx="402336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Time Dilation으로 0.05~0.1초간 속도 감소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히트스톱 + 카메라 쉐이크 + 히트 파티클 동시 발동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세 가지가 동시에 적용되어야 타격감이 완성됨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핵심 기능 2 — 히트 판정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77240"/>
            <a:ext cx="8412480" cy="0"/>
          </a:xfrm>
          <a:prstGeom prst="line">
            <a:avLst/>
          </a:prstGeom>
          <a:noFill/>
          <a:ln w="9525">
            <a:solidFill>
              <a:srgbClr val="C9A84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60120"/>
            <a:ext cx="3657600" cy="3474720"/>
          </a:xfrm>
          <a:prstGeom prst="rect">
            <a:avLst/>
          </a:prstGeom>
          <a:solidFill>
            <a:srgbClr val="16213E"/>
          </a:solidFill>
          <a:ln w="25400">
            <a:solidFill>
              <a:srgbClr val="C9A84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60120"/>
            <a:ext cx="3657600" cy="640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60120"/>
            <a:ext cx="36576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Sphere Trace</a:t>
            </a:r>
            <a:endParaRPr lang="en-US" sz="2600" dirty="0"/>
          </a:p>
          <a:p>
            <a:pPr algn="ctr" indent="0" marL="0">
              <a:buNone/>
            </a:pPr>
            <a:r>
              <a:rPr lang="en-US" sz="26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/ Box Trace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0" y="960120"/>
            <a:ext cx="420624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프레임 단위 공격 판정 제어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오탐 없는 정확한 히트 검출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공격 유형별 Trace 형태·크기 차별화 (일반/강공격)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히트 액터에 데미지 전달 → 피격 리액션 연동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핵심 기능 3 — 콤보 시스템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77240"/>
            <a:ext cx="8412480" cy="0"/>
          </a:xfrm>
          <a:prstGeom prst="line">
            <a:avLst/>
          </a:prstGeom>
          <a:noFill/>
          <a:ln w="9525">
            <a:solidFill>
              <a:srgbClr val="C9A84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26948" y="1005840"/>
            <a:ext cx="1600200" cy="640080"/>
          </a:xfrm>
          <a:prstGeom prst="rect">
            <a:avLst/>
          </a:prstGeom>
          <a:solidFill>
            <a:srgbClr val="16213E"/>
          </a:solidFill>
          <a:ln w="1905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26948" y="1005840"/>
            <a:ext cx="1600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Light 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345436" y="1005840"/>
            <a:ext cx="365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9A84C"/>
                </a:solidFill>
              </a:rPr>
              <a:t>→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2756916" y="1005840"/>
            <a:ext cx="1600200" cy="640080"/>
          </a:xfrm>
          <a:prstGeom prst="rect">
            <a:avLst/>
          </a:prstGeom>
          <a:solidFill>
            <a:srgbClr val="16213E"/>
          </a:solidFill>
          <a:ln w="19050">
            <a:solidFill>
              <a:srgbClr val="C9A84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56916" y="1005840"/>
            <a:ext cx="1600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Light 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375404" y="1005840"/>
            <a:ext cx="365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9A84C"/>
                </a:solidFill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4786884" y="1005840"/>
            <a:ext cx="1600200" cy="640080"/>
          </a:xfrm>
          <a:prstGeom prst="rect">
            <a:avLst/>
          </a:prstGeom>
          <a:solidFill>
            <a:srgbClr val="16213E"/>
          </a:solidFill>
          <a:ln w="19050">
            <a:solidFill>
              <a:srgbClr val="C9A84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86884" y="1005840"/>
            <a:ext cx="1600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Light 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5372" y="1005840"/>
            <a:ext cx="365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9A84C"/>
                </a:solidFill>
              </a:rPr>
              <a:t>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6816852" y="1005840"/>
            <a:ext cx="1600200" cy="640080"/>
          </a:xfrm>
          <a:prstGeom prst="rect">
            <a:avLst/>
          </a:prstGeom>
          <a:solidFill>
            <a:srgbClr val="16213E"/>
          </a:solidFill>
          <a:ln w="19050">
            <a:solidFill>
              <a:srgbClr val="C9A84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16852" y="1005840"/>
            <a:ext cx="1600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Heavy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65760" y="1920240"/>
            <a:ext cx="8412480" cy="0"/>
          </a:xfrm>
          <a:prstGeom prst="line">
            <a:avLst/>
          </a:prstGeom>
          <a:noFill/>
          <a:ln w="6350">
            <a:solidFill>
              <a:srgbClr val="C9A84C"/>
            </a:solidFill>
            <a:prstDash val="dash"/>
          </a:ln>
        </p:spPr>
      </p:sp>
      <p:sp>
        <p:nvSpPr>
          <p:cNvPr id="16" name="Text 14"/>
          <p:cNvSpPr/>
          <p:nvPr/>
        </p:nvSpPr>
        <p:spPr>
          <a:xfrm>
            <a:off x="365760" y="2084832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상태 관리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65760" y="2468880"/>
            <a:ext cx="393192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EPlayerState + DT_ComboTable로 상태 관리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몽타주 노티파이로 입력 구간 제어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0" y="2084832"/>
            <a:ext cx="0" cy="2377440"/>
          </a:xfrm>
          <a:prstGeom prst="line">
            <a:avLst/>
          </a:prstGeom>
          <a:noFill/>
          <a:ln w="6350">
            <a:solidFill>
              <a:srgbClr val="C9A84C"/>
            </a:solidFill>
            <a:prstDash val="dash"/>
          </a:ln>
        </p:spPr>
      </p:sp>
      <p:sp>
        <p:nvSpPr>
          <p:cNvPr id="19" name="Text 17"/>
          <p:cNvSpPr/>
          <p:nvPr/>
        </p:nvSpPr>
        <p:spPr>
          <a:xfrm>
            <a:off x="4754880" y="2084832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특수 공격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754880" y="2468880"/>
            <a:ext cx="402336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런치 공격: 적을 공중으로 띄우기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노티파이 구간 내 입력 → 다음 콤보 연결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핵심 기능 4 — 적 AI 시스템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77240"/>
            <a:ext cx="8412480" cy="0"/>
          </a:xfrm>
          <a:prstGeom prst="line">
            <a:avLst/>
          </a:prstGeom>
          <a:noFill/>
          <a:ln w="9525">
            <a:solidFill>
              <a:srgbClr val="C9A84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18388" y="960120"/>
            <a:ext cx="1554480" cy="594360"/>
          </a:xfrm>
          <a:prstGeom prst="rect">
            <a:avLst/>
          </a:prstGeom>
          <a:solidFill>
            <a:srgbClr val="16213E"/>
          </a:solidFill>
          <a:ln w="1905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18388" y="960120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Idle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391156" y="960120"/>
            <a:ext cx="365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9A84C"/>
                </a:solidFill>
              </a:rPr>
              <a:t>→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2802636" y="960120"/>
            <a:ext cx="1554480" cy="594360"/>
          </a:xfrm>
          <a:prstGeom prst="rect">
            <a:avLst/>
          </a:prstGeom>
          <a:solidFill>
            <a:srgbClr val="16213E"/>
          </a:solidFill>
          <a:ln w="19050">
            <a:solidFill>
              <a:srgbClr val="C9A84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802636" y="960120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Patrol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375404" y="960120"/>
            <a:ext cx="365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9A84C"/>
                </a:solidFill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4786884" y="960120"/>
            <a:ext cx="1554480" cy="594360"/>
          </a:xfrm>
          <a:prstGeom prst="rect">
            <a:avLst/>
          </a:prstGeom>
          <a:solidFill>
            <a:srgbClr val="16213E"/>
          </a:solidFill>
          <a:ln w="19050">
            <a:solidFill>
              <a:srgbClr val="C9A84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86884" y="960120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Chase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359652" y="960120"/>
            <a:ext cx="365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9A84C"/>
                </a:solidFill>
              </a:rPr>
              <a:t>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6771132" y="960120"/>
            <a:ext cx="1554480" cy="594360"/>
          </a:xfrm>
          <a:prstGeom prst="rect">
            <a:avLst/>
          </a:prstGeom>
          <a:solidFill>
            <a:srgbClr val="16213E"/>
          </a:solidFill>
          <a:ln w="19050">
            <a:solidFill>
              <a:srgbClr val="C9A84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71132" y="960120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Attack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65760" y="1828800"/>
            <a:ext cx="8412480" cy="0"/>
          </a:xfrm>
          <a:prstGeom prst="line">
            <a:avLst/>
          </a:prstGeom>
          <a:noFill/>
          <a:ln w="6350">
            <a:solidFill>
              <a:srgbClr val="C9A84C"/>
            </a:solidFill>
            <a:prstDash val="dash"/>
          </a:ln>
        </p:spPr>
      </p:sp>
      <p:sp>
        <p:nvSpPr>
          <p:cNvPr id="16" name="Text 14"/>
          <p:cNvSpPr/>
          <p:nvPr/>
        </p:nvSpPr>
        <p:spPr>
          <a:xfrm>
            <a:off x="365760" y="1993392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BT Tasks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65760" y="2377440"/>
            <a:ext cx="402336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BTTask_SelectPatrolLocation: 랜덤 NavMesh 순찰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BTTask_ChaseTarget: 플레이어 감지 시 추격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BTTask_SetState: EEnemyState 전환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0" y="1993392"/>
            <a:ext cx="0" cy="2560320"/>
          </a:xfrm>
          <a:prstGeom prst="line">
            <a:avLst/>
          </a:prstGeom>
          <a:noFill/>
          <a:ln w="6350">
            <a:solidFill>
              <a:srgbClr val="C9A84C"/>
            </a:solidFill>
            <a:prstDash val="dash"/>
          </a:ln>
        </p:spPr>
      </p:sp>
      <p:sp>
        <p:nvSpPr>
          <p:cNvPr id="19" name="Text 17"/>
          <p:cNvSpPr/>
          <p:nvPr/>
        </p:nvSpPr>
        <p:spPr>
          <a:xfrm>
            <a:off x="4754880" y="1993392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Plugins &amp; Framework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754880" y="2377440"/>
            <a:ext cx="402336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 Tree + Blackboard 기반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PoseSearch: 모션 매칭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MotionTrajectory: 애니메이션 궤적 예측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핵심 기능 5 — 보스 시스템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77240"/>
            <a:ext cx="8412480" cy="0"/>
          </a:xfrm>
          <a:prstGeom prst="line">
            <a:avLst/>
          </a:prstGeom>
          <a:noFill/>
          <a:ln w="9525">
            <a:solidFill>
              <a:srgbClr val="C9A84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60120"/>
            <a:ext cx="3931920" cy="3474720"/>
          </a:xfrm>
          <a:prstGeom prst="rect">
            <a:avLst/>
          </a:prstGeom>
          <a:solidFill>
            <a:srgbClr val="16213E"/>
          </a:solidFill>
          <a:ln w="6350">
            <a:solidFill>
              <a:srgbClr val="22224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60120"/>
            <a:ext cx="45720" cy="3474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84632" y="1069848"/>
            <a:ext cx="3749040" cy="3255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구조 &amp; 설계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보스 1명, 페이즈 1~2 구조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Enemy BP를 상속 구조로 확장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페이즈별 공격 패턴 및 데미지 처리 분기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846320" y="960120"/>
            <a:ext cx="3931920" cy="3474720"/>
          </a:xfrm>
          <a:prstGeom prst="rect">
            <a:avLst/>
          </a:prstGeom>
          <a:solidFill>
            <a:srgbClr val="16213E"/>
          </a:solidFill>
          <a:ln w="6350">
            <a:solidFill>
              <a:srgbClr val="22224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846320" y="960120"/>
            <a:ext cx="45720" cy="3474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65192" y="1069848"/>
            <a:ext cx="3749040" cy="3255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&amp; 연출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보스 전용 HP UI (화면 하단 대형 HP바)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보스 전용 애니메이션 세트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→ Phase 2 전환 트리거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트러블슈팅 1 — 콤보 타이밍 &amp; 입력 버퍼링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77240"/>
            <a:ext cx="8412480" cy="0"/>
          </a:xfrm>
          <a:prstGeom prst="line">
            <a:avLst/>
          </a:prstGeom>
          <a:noFill/>
          <a:ln w="9525">
            <a:solidFill>
              <a:srgbClr val="C9A84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60120"/>
            <a:ext cx="4023360" cy="3840480"/>
          </a:xfrm>
          <a:prstGeom prst="rect">
            <a:avLst/>
          </a:prstGeom>
          <a:solidFill>
            <a:srgbClr val="16213E"/>
          </a:solidFill>
          <a:ln w="6350">
            <a:solidFill>
              <a:srgbClr val="22224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60120"/>
            <a:ext cx="45720" cy="38404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93776" y="1124712"/>
            <a:ext cx="3803904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문제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재생속도를 높이니 커맨드 입력 전에 애니메이션이 끝나버림</a:t>
            </a:r>
            <a:endParaRPr lang="en-US" sz="1300" dirty="0"/>
          </a:p>
          <a:p>
            <a:pPr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CC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원인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노티파이 입력 수신 구간이 너무 짧아짐</a:t>
            </a:r>
            <a:endParaRPr lang="en-US" sz="1300" dirty="0"/>
          </a:p>
          <a:p>
            <a:pPr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55CC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해결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재생속도 조정 + 몽타주 노티파이 영역 확대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54880" y="960120"/>
            <a:ext cx="4023360" cy="3840480"/>
          </a:xfrm>
          <a:prstGeom prst="rect">
            <a:avLst/>
          </a:prstGeom>
          <a:solidFill>
            <a:srgbClr val="16213E"/>
          </a:solidFill>
          <a:ln w="6350">
            <a:solidFill>
              <a:srgbClr val="22224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754880" y="960120"/>
            <a:ext cx="45720" cy="38404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82896" y="1124712"/>
            <a:ext cx="3803904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문제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DataTable 콤보 데이터 매칭 실패</a:t>
            </a:r>
            <a:endParaRPr lang="en-US" sz="1300" dirty="0"/>
          </a:p>
          <a:p>
            <a:pPr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CC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원인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일반 Loop 노드 → 루프 완료 전 결과 읽기</a:t>
            </a:r>
            <a:endParaRPr lang="en-US" sz="1300" dirty="0"/>
          </a:p>
          <a:p>
            <a:pPr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55CC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해결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Break 노드로 교체 → 조건 충족 즉시 탈출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트러블슈팅 2 — AI State 관리 분산 문제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77240"/>
            <a:ext cx="8412480" cy="0"/>
          </a:xfrm>
          <a:prstGeom prst="line">
            <a:avLst/>
          </a:prstGeom>
          <a:noFill/>
          <a:ln w="9525">
            <a:solidFill>
              <a:srgbClr val="C9A84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960120"/>
            <a:ext cx="2286000" cy="960120"/>
          </a:xfrm>
          <a:prstGeom prst="rect">
            <a:avLst/>
          </a:prstGeom>
          <a:solidFill>
            <a:srgbClr val="16213E"/>
          </a:solidFill>
          <a:ln w="1905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960120"/>
            <a:ext cx="22860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BP_Enemy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EEnemyState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429000" y="960120"/>
            <a:ext cx="2286000" cy="960120"/>
          </a:xfrm>
          <a:prstGeom prst="rect">
            <a:avLst/>
          </a:prstGeom>
          <a:solidFill>
            <a:srgbClr val="16213E"/>
          </a:solidFill>
          <a:ln w="19050">
            <a:solidFill>
              <a:srgbClr val="C9A8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29000" y="960120"/>
            <a:ext cx="22860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ABP_Enemy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EEnemyState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172200" y="960120"/>
            <a:ext cx="2286000" cy="960120"/>
          </a:xfrm>
          <a:prstGeom prst="rect">
            <a:avLst/>
          </a:prstGeom>
          <a:solidFill>
            <a:srgbClr val="16213E"/>
          </a:solidFill>
          <a:ln w="19050">
            <a:solidFill>
              <a:srgbClr val="C9A84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172200" y="960120"/>
            <a:ext cx="22860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BT_Enemy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EEnemyState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65760" y="210312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문제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세 곳에서 각각 State를 관리 → 하나 변경 시 나머지 누락 → 버그 다수 발생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265176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5CC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해결(당시)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상태 변경 시 세 곳 모두 수동 동기화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3273552"/>
            <a:ext cx="8412480" cy="1463040"/>
          </a:xfrm>
          <a:prstGeom prst="rect">
            <a:avLst/>
          </a:prstGeom>
          <a:solidFill>
            <a:srgbClr val="16213E"/>
          </a:solidFill>
          <a:ln w="19050">
            <a:solidFill>
              <a:srgbClr val="C9A84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3273552"/>
            <a:ext cx="45720" cy="146304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0352" y="3364992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회고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Blackboard에 State 통합 → 나머지는 참조만 하는 Single Source of Truth 구조가 올바른 설계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구현 결과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77240"/>
            <a:ext cx="8412480" cy="0"/>
          </a:xfrm>
          <a:prstGeom prst="line">
            <a:avLst/>
          </a:prstGeom>
          <a:noFill/>
          <a:ln w="9525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0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Task 1: 핵심 프로토타입 (완료)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65760" y="1335024"/>
            <a:ext cx="402336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기본 이동 + 달리기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구르기·대시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3연속 콤보 + 강공격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히트 판정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적 AI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히트스톱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카메라 쉐이크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히트 파티클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플레이어·적 HP바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선형 스테이지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617720" y="914400"/>
            <a:ext cx="0" cy="3931920"/>
          </a:xfrm>
          <a:prstGeom prst="line">
            <a:avLst/>
          </a:prstGeom>
          <a:noFill/>
          <a:ln w="6350">
            <a:solidFill>
              <a:srgbClr val="C9A84C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4800600" y="914400"/>
            <a:ext cx="3977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Task 2: 도전 목표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800600" y="1371600"/>
            <a:ext cx="3977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완료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800600" y="1682496"/>
            <a:ext cx="39776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런치 공격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보스 페이즈 1~2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800600" y="2423160"/>
            <a:ext cx="3977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미완료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800600" y="2734056"/>
            <a:ext cx="39776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회피 무적 판정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콤보 카운터 UI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보스 등장 연출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7432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마무리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078992"/>
            <a:ext cx="7863840" cy="914400"/>
          </a:xfrm>
          <a:prstGeom prst="rect">
            <a:avLst/>
          </a:prstGeom>
          <a:solidFill>
            <a:srgbClr val="16213E"/>
          </a:solidFill>
          <a:ln w="254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078992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"블루프린트만으로도 충분히 전투감 있는 액션을 만들 수 있다"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2148840"/>
            <a:ext cx="2712720" cy="1554480"/>
          </a:xfrm>
          <a:prstGeom prst="rect">
            <a:avLst/>
          </a:prstGeom>
          <a:solidFill>
            <a:srgbClr val="16213E"/>
          </a:solidFill>
          <a:ln w="6350">
            <a:solidFill>
              <a:srgbClr val="22224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2148840"/>
            <a:ext cx="45720" cy="15544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4632" y="2286000"/>
            <a:ext cx="2529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타격감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애니메이션보다 히트스톱 타이밍이 핵심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15640" y="2148840"/>
            <a:ext cx="2712720" cy="1554480"/>
          </a:xfrm>
          <a:prstGeom prst="rect">
            <a:avLst/>
          </a:prstGeom>
          <a:solidFill>
            <a:srgbClr val="16213E"/>
          </a:solidFill>
          <a:ln w="6350">
            <a:solidFill>
              <a:srgbClr val="22224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15640" y="2148840"/>
            <a:ext cx="45720" cy="15544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34512" y="2286000"/>
            <a:ext cx="2529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입력 설계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노티파이 구간 설정이 콤보의 핵심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065520" y="2148840"/>
            <a:ext cx="2712720" cy="1554480"/>
          </a:xfrm>
          <a:prstGeom prst="rect">
            <a:avLst/>
          </a:prstGeom>
          <a:solidFill>
            <a:srgbClr val="16213E"/>
          </a:solidFill>
          <a:ln w="6350">
            <a:solidFill>
              <a:srgbClr val="22224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065520" y="2148840"/>
            <a:ext cx="45720" cy="15544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84392" y="2286000"/>
            <a:ext cx="2529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설계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단일 출처 관리로 유지보수 용이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0" y="46634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2주 내 전투감 있는 액션 프로토타입 완성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Ironclad - UE5 Blueprint Action Game Prototype</dc:title>
  <dc:subject>PptxGenJS Presentation</dc:subject>
  <dc:creator>PptxGenJS</dc:creator>
  <cp:lastModifiedBy>PptxGenJS</cp:lastModifiedBy>
  <cp:revision>1</cp:revision>
  <dcterms:created xsi:type="dcterms:W3CDTF">2026-04-06T08:43:54Z</dcterms:created>
  <dcterms:modified xsi:type="dcterms:W3CDTF">2026-04-06T08:43:54Z</dcterms:modified>
</cp:coreProperties>
</file>